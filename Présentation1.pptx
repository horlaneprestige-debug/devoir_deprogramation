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pattFill prst="narHorz">
              <a:fgClr>
                <a:schemeClr val="accent4">
                  <a:shade val="50000"/>
                </a:schemeClr>
              </a:fgClr>
              <a:bgClr>
                <a:schemeClr val="accent4">
                  <a:shade val="50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>
                  <a:shade val="50000"/>
                </a:scheme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Feuil1!$B$2:$B$7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  <c:pt idx="5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E-469D-A9A1-DF011EC31713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pattFill prst="narHorz">
              <a:fgClr>
                <a:schemeClr val="accent4">
                  <a:shade val="70000"/>
                </a:schemeClr>
              </a:fgClr>
              <a:bgClr>
                <a:schemeClr val="accent4">
                  <a:shade val="70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>
                  <a:shade val="70000"/>
                </a:scheme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Feuil1!$C$2:$C$7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4.4000000000000004</c:v>
                </c:pt>
                <c:pt idx="5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FE-469D-A9A1-DF011EC31713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pattFill prst="narHorz">
              <a:fgClr>
                <a:schemeClr val="accent4">
                  <a:shade val="90000"/>
                </a:schemeClr>
              </a:fgClr>
              <a:bgClr>
                <a:schemeClr val="accent4">
                  <a:shade val="90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>
                  <a:shade val="90000"/>
                </a:scheme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Feuil1!$D$2:$D$7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FE-469D-A9A1-DF011EC31713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Série 4</c:v>
                </c:pt>
              </c:strCache>
            </c:strRef>
          </c:tx>
          <c:spPr>
            <a:pattFill prst="narHorz">
              <a:fgClr>
                <a:schemeClr val="accent4">
                  <a:tint val="90000"/>
                </a:schemeClr>
              </a:fgClr>
              <a:bgClr>
                <a:schemeClr val="accent4">
                  <a:tint val="90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>
                  <a:tint val="90000"/>
                </a:scheme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Feuil1!$E$2:$E$7</c:f>
              <c:numCache>
                <c:formatCode>General</c:formatCode>
                <c:ptCount val="6"/>
                <c:pt idx="0">
                  <c:v>1.1000000000000001</c:v>
                </c:pt>
                <c:pt idx="1">
                  <c:v>0</c:v>
                </c:pt>
                <c:pt idx="2">
                  <c:v>1.5</c:v>
                </c:pt>
                <c:pt idx="3">
                  <c:v>2.5</c:v>
                </c:pt>
                <c:pt idx="4">
                  <c:v>3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7FE-469D-A9A1-DF011EC31713}"/>
            </c:ext>
          </c:extLst>
        </c:ser>
        <c:ser>
          <c:idx val="4"/>
          <c:order val="4"/>
          <c:tx>
            <c:strRef>
              <c:f>Feuil1!$F$1</c:f>
              <c:strCache>
                <c:ptCount val="1"/>
                <c:pt idx="0">
                  <c:v>Série 5</c:v>
                </c:pt>
              </c:strCache>
            </c:strRef>
          </c:tx>
          <c:spPr>
            <a:pattFill prst="narHorz">
              <a:fgClr>
                <a:schemeClr val="accent4">
                  <a:tint val="70000"/>
                </a:schemeClr>
              </a:fgClr>
              <a:bgClr>
                <a:schemeClr val="accent4">
                  <a:tint val="70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>
                  <a:tint val="70000"/>
                </a:scheme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Feuil1!$F$2:$F$7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7</c:v>
                </c:pt>
                <c:pt idx="3">
                  <c:v>8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FE-469D-A9A1-DF011EC31713}"/>
            </c:ext>
          </c:extLst>
        </c:ser>
        <c:ser>
          <c:idx val="5"/>
          <c:order val="5"/>
          <c:tx>
            <c:strRef>
              <c:f>Feuil1!$G$1</c:f>
              <c:strCache>
                <c:ptCount val="1"/>
                <c:pt idx="0">
                  <c:v>Série 6</c:v>
                </c:pt>
              </c:strCache>
            </c:strRef>
          </c:tx>
          <c:spPr>
            <a:pattFill prst="narHorz">
              <a:fgClr>
                <a:schemeClr val="accent4">
                  <a:tint val="50000"/>
                </a:schemeClr>
              </a:fgClr>
              <a:bgClr>
                <a:schemeClr val="accent4">
                  <a:tint val="50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>
                  <a:tint val="50000"/>
                </a:scheme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Feuil1!$G$2:$G$7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7FE-469D-A9A1-DF011EC317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442237840"/>
        <c:axId val="442238560"/>
      </c:barChart>
      <c:catAx>
        <c:axId val="442237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2238560"/>
        <c:crosses val="autoZero"/>
        <c:auto val="1"/>
        <c:lblAlgn val="ctr"/>
        <c:lblOffset val="100"/>
        <c:noMultiLvlLbl val="0"/>
      </c:catAx>
      <c:valAx>
        <c:axId val="442238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2237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DCFE1-4976-4489-9756-7E935E4D4C79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52CB1-5905-4C49-8471-E9575CF8B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52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F9A9ACEA-B865-1B16-A632-6B20ACD346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288331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7892093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3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MT</vt:lpstr>
      <vt:lpstr>Galerie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2025-11-06T08:31:32Z</dcterms:created>
  <dcterms:modified xsi:type="dcterms:W3CDTF">2025-11-06T08:45:55Z</dcterms:modified>
</cp:coreProperties>
</file>